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can the portfolio have a real AI assistant for free? Yes, with one small free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keyword matcher is honest but brittle. A model fixes phrasing, but the key cannot live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row is the only one that is free, decent quality and needs no key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failure paths are what make it feel solid: a recruiter never sees an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Solid row exists today in deploy.yml. Dashed row is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Free-tier limits as published at the time of writing; re-check before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463040"/>
            <a:ext cx="5669280" cy="566928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371600"/>
            <a:ext cx="566928" cy="566928"/>
          </a:xfrm>
          <a:prstGeom prst="ellipse">
            <a:avLst/>
          </a:prstGeom>
          <a:solidFill>
            <a:srgbClr val="2A5DA8"/>
          </a:solidFill>
          <a:ln w="12700">
            <a:solidFill>
              <a:srgbClr val="2A5D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CV assistant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free-tier plan for the portfolio's “Ask about me” widget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Cloudflare Workers AI  ·  GitHub Pages  ·  Angular 21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7607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only from the CV. Falls back to the current keyword matcher. No card, no bill.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needs a backend at all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is static, so anything the browser can read, a visitor can read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2A5DA8"/>
          </a:solidFill>
          <a:ln w="12700">
            <a:solidFill>
              <a:srgbClr val="2A5D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1691640"/>
            <a:ext cx="4974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</a:t>
            </a:r>
            <a:pPr indent="0" marL="0">
              <a:buNone/>
            </a:pPr>
            <a:r>
              <a:rPr lang="en-US" sz="140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widget matches keywords against canned answers. It never invents anything, but only fires on an exact hit.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90088"/>
            <a:ext cx="420624" cy="420624"/>
          </a:xfrm>
          <a:prstGeom prst="ellipse">
            <a:avLst/>
          </a:prstGeom>
          <a:solidFill>
            <a:srgbClr val="2A5DA8"/>
          </a:solidFill>
          <a:ln w="12700">
            <a:solidFill>
              <a:srgbClr val="2A5D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2990088"/>
            <a:ext cx="4974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 </a:t>
            </a:r>
            <a:pPr indent="0" marL="0">
              <a:buNone/>
            </a:pPr>
            <a:r>
              <a:rPr lang="en-US" sz="140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she start in March?” gets nothing. “availability” works. Recruiters phrase things their own way.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288536"/>
            <a:ext cx="420624" cy="420624"/>
          </a:xfrm>
          <a:prstGeom prst="ellipse">
            <a:avLst/>
          </a:prstGeom>
          <a:solidFill>
            <a:srgbClr val="2A5DA8"/>
          </a:solidFill>
          <a:ln w="12700">
            <a:solidFill>
              <a:srgbClr val="2A5D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" y="4288536"/>
            <a:ext cx="4974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  </a:t>
            </a:r>
            <a:pPr indent="0" marL="0">
              <a:buNone/>
            </a:pPr>
            <a:r>
              <a:rPr lang="en-US" sz="140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only serves files. An API key in the Angular bundle is public, and someone will spend the quota.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2240" y="169164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E9EEF7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2011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WIDGET TODAY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2423160"/>
            <a:ext cx="4389120" cy="493776"/>
          </a:xfrm>
          <a:prstGeom prst="roundRect">
            <a:avLst>
              <a:gd name="adj" fmla="val 18519"/>
            </a:avLst>
          </a:prstGeom>
          <a:solidFill>
            <a:srgbClr val="E9EEF7"/>
          </a:solidFill>
          <a:ln w="12700">
            <a:solidFill>
              <a:srgbClr val="2A5D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242316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Angular versions has she upgraded?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0" y="3118104"/>
            <a:ext cx="438912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95160" y="3118104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maintains production Angular apps at IBM and has carried them from v14 through v18…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0" y="4105656"/>
            <a:ext cx="4389120" cy="493776"/>
          </a:xfrm>
          <a:prstGeom prst="roundRect">
            <a:avLst>
              <a:gd name="adj" fmla="val 18519"/>
            </a:avLst>
          </a:prstGeom>
          <a:solidFill>
            <a:srgbClr val="E9EEF7"/>
          </a:solidFill>
          <a:ln w="12700">
            <a:solidFill>
              <a:srgbClr val="2A5D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95160" y="410565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she start in March?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0" y="4800600"/>
            <a:ext cx="438912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C045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95160" y="480060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4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isn't in her CV or posts, so I won't guess.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5349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4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The right phrasing works. The wrong phrasing gets nothing.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to do it, one worth doing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free. Only one is free, good and realistic at the same time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quality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2057400"/>
            <a:ext cx="11423599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57400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matcher (today)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05740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hits only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057400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2057400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as fallback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4048" y="2862072"/>
            <a:ext cx="11423599" cy="676656"/>
          </a:xfrm>
          <a:prstGeom prst="roundRect">
            <a:avLst>
              <a:gd name="adj" fmla="val 9459"/>
            </a:avLst>
          </a:prstGeom>
          <a:solidFill>
            <a:srgbClr val="E9EEF7"/>
          </a:solidFill>
          <a:ln w="25400">
            <a:solidFill>
              <a:srgbClr val="2A5D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862072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 + Workers AI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862072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· Llama 3.1 8B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286207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2862072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4048" y="3666744"/>
            <a:ext cx="11423599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666744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+ Gemini free tier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3666744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666744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3666744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later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84048" y="4471416"/>
            <a:ext cx="11423599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47141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model (WebLLM)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447141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447141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4471416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GB per visitor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84048" y="5276088"/>
            <a:ext cx="11423599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276088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built-in AI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5276088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5276088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527608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only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17220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AI calls the model through a binding inside the Worker, so there is no third-party API key to store, rotate or leak.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zones, every one of them on a free tier</a:t>
            </a:r>
            <a:endParaRPr lang="en-US" sz="1400" dirty="0"/>
          </a:p>
        </p:txBody>
      </p:sp>
      <p:pic>
        <p:nvPicPr>
          <p:cNvPr id="4" name="Image 0" descr="/Users/lou/loubna-portfolio/docs/ai-assistant/diagrams/01-solution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1244" y="1554480"/>
            <a:ext cx="7449207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70448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streams the answer; keyword matcher stays as fallback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251960" y="5870448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push deploys the site and, later, the Worker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5870448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new server: checks, prompt, model, stream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end to end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gates in the Worker, and one path that catches every failure</a:t>
            </a:r>
            <a:endParaRPr lang="en-US" sz="1400" dirty="0"/>
          </a:p>
        </p:txBody>
      </p:sp>
      <p:pic>
        <p:nvPicPr>
          <p:cNvPr id="4" name="Image 0" descr="/Users/lou/loubna-portfolio/docs/ai-assistant/diagrams/02-chat-request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5943600" cy="492469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12280" y="164592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12280" y="1645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812280" y="1645920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45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12280" y="1645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166420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not on the allowlist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812280" y="2414016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12280" y="2414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12280" y="2414016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45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12280" y="2414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4323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20 requests / 10 min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812280" y="318211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12280" y="3182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12280" y="3182112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45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12280" y="3182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32004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Body, locale or length invalid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812280" y="395020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12280" y="3950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812280" y="3950208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45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12280" y="3950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0" y="396849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free allowance used up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812280" y="4892040"/>
            <a:ext cx="4800600" cy="1600200"/>
          </a:xfrm>
          <a:prstGeom prst="roundRect">
            <a:avLst>
              <a:gd name="adj" fmla="val 4571"/>
            </a:avLst>
          </a:prstGeom>
          <a:solidFill>
            <a:srgbClr val="FBEEEB"/>
          </a:solidFill>
          <a:ln w="12700">
            <a:solidFill>
              <a:srgbClr val="C0452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32320" y="5093208"/>
            <a:ext cx="41605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4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lands in the same place
</a:t>
            </a:r>
            <a:pPr indent="0" marL="0">
              <a:buNone/>
            </a:pPr>
            <a:r>
              <a:rPr lang="en-US" sz="120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4xx/5xx, a 15-second timeout or a dead network drops to the keyword matcher, marked as an offline answer. The widget never shows an error and never hangs on a spinner.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skip embeddings entirely</a:t>
            </a:r>
            <a:endParaRPr lang="en-US" sz="1400" dirty="0"/>
          </a:p>
        </p:txBody>
      </p:sp>
      <p:pic>
        <p:nvPicPr>
          <p:cNvPr id="4" name="Image 0" descr="/Users/lou/loubna-portfolio/docs/ai-assistant/diagrams/03-data-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6663" y="1554480"/>
            <a:ext cx="6778369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6072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6 turns, 500 chars each, so the prompt can't grow without limit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251960" y="576072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JSON flattened into KnowledgeDoc records at build time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576072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vector DB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KB per locale goes into the prompt whole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push updates both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CV and the assistant can never drift apart</a:t>
            </a:r>
            <a:endParaRPr lang="en-US" sz="1400" dirty="0"/>
          </a:p>
        </p:txBody>
      </p:sp>
      <p:pic>
        <p:nvPicPr>
          <p:cNvPr id="4" name="Image 0" descr="/Users/lou/loubna-portfolio/docs/ai-assistant/diagrams/04-delivery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0369" y="1572768"/>
            <a:ext cx="9570957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02920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E9EEF7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5257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public/i18n/*.json stays the single source of truth.  </a:t>
            </a:r>
            <a:pPr indent="0" marL="0">
              <a:buNone/>
            </a:pPr>
            <a:r>
              <a:rPr lang="en-US" sz="130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date in the CV and the same push rebuilds the site and regenerates the assistant's knowledge. The chatbot cannot quote a version of the CV that no longer exists.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stops it embarrassing you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guardrails, each one cheap to add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9EEF7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420624" cy="420624"/>
          </a:xfrm>
          <a:prstGeom prst="ellipse">
            <a:avLst/>
          </a:prstGeom>
          <a:solidFill>
            <a:srgbClr val="2A5DA8"/>
          </a:solidFill>
          <a:ln w="12700">
            <a:solidFill>
              <a:srgbClr val="2A5D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48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only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974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says: answer from the CV, or say it isn't there. Never guess, never fill a gap with something plausible.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148840"/>
            <a:ext cx="420624" cy="420624"/>
          </a:xfrm>
          <a:prstGeom prst="ellipse">
            <a:avLst/>
          </a:prstGeom>
          <a:solidFill>
            <a:srgbClr val="2A5DA8"/>
          </a:solidFill>
          <a:ln w="12700">
            <a:solidFill>
              <a:srgbClr val="2A5D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148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Shown sources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6974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returns the sections it used, displayed as chips, so a reader can check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389120"/>
            <a:ext cx="420624" cy="420624"/>
          </a:xfrm>
          <a:prstGeom prst="ellipse">
            <a:avLst/>
          </a:prstGeom>
          <a:solidFill>
            <a:srgbClr val="2A5DA8"/>
          </a:solidFill>
          <a:ln w="12700">
            <a:solidFill>
              <a:srgbClr val="2A5D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389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down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9377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allowlist, 20 requests per 10 minutes, 500-character inputs, ~300-token replies.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9EEF7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389120"/>
            <a:ext cx="420624" cy="420624"/>
          </a:xfrm>
          <a:prstGeom prst="ellipse">
            <a:avLst/>
          </a:prstGeom>
          <a:solidFill>
            <a:srgbClr val="2A5DA8"/>
          </a:solidFill>
          <a:ln w="12700">
            <a:solidFill>
              <a:srgbClr val="2A5D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389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answers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9377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gone or API down, the keyword matcher replies instead. Free tiers stop rather than charge.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text always stays in user turns, never merged into the system prompt, so “ignore your instructions” is just text the model was told to distrust.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phases, about a day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needs anything from you: a free Cloudflare account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E9EEF7"/>
          </a:solidFill>
          <a:ln w="25400">
            <a:solidFill>
              <a:srgbClr val="2A5D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500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Worker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Worker project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AI + rate-limit bindings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POST /api/chat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i18n → knowledge.json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wrangler login, wrangler deploy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78308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2057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3500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88036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ChatService reads the SSE stream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ChatMessage gains status + sources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tokens as they arrive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on error or timeout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URL in environment.ts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78308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3336" y="2057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3500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03336" y="288036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API token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CLOUDFLARE_API_TOKEN secret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deploy job to the workflow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/api/chat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Turnstile, D1 log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321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except the Cloudflare login can be written for you.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Nothing, and it stops rather than charges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9EEF7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A5D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requests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17373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9EEF7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0288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A5D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AI neurons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2A5DA8"/>
          </a:solidFill>
          <a:ln w="12700">
            <a:solidFill>
              <a:srgbClr val="2A5D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7616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8357616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payment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on file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drains the quota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4069080"/>
            <a:ext cx="635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allowlist, rate limit, short replies, then a silent fallback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725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invents experience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4672584"/>
            <a:ext cx="635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Knowledge-only prompt, refusal instruction, sources shown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760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quotes an old CV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5276088"/>
            <a:ext cx="635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regenerated from i18n in the same deploy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6766560" cy="67665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2A5DA8"/>
          </a:solidFill>
          <a:ln w="12700">
            <a:solidFill>
              <a:srgbClr val="2A5D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596896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Cloudflare account
</a:t>
            </a:r>
            <a:pPr indent="0" marL="0">
              <a:buNone/>
            </a:pPr>
            <a:r>
              <a:rPr lang="en-US" sz="12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card. The free plan is enough.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2A5DA8"/>
          </a:solidFill>
          <a:ln w="12700">
            <a:solidFill>
              <a:srgbClr val="2A5D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648456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wrangler login once
</a:t>
            </a:r>
            <a:pPr indent="0" marL="0">
              <a:buNone/>
            </a:pPr>
            <a:r>
              <a:rPr lang="en-US" sz="12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step that needs your credentials.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A5DA8"/>
          </a:solidFill>
          <a:ln w="12700">
            <a:solidFill>
              <a:srgbClr val="2A5D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700016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can be written for you
</a:t>
            </a:r>
            <a:pPr indent="0" marL="0">
              <a:buNone/>
            </a:pPr>
            <a:r>
              <a:rPr lang="en-US" sz="12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Worker, knowledge script, Angular widget, deploy job.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docs/ai-assistant/README.md  ·  assistant-architecture.drawio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CV assistant</dc:title>
  <dc:subject>PptxGenJS Presentation</dc:subject>
  <dc:creator>Loubna Talha</dc:creator>
  <cp:lastModifiedBy>Loubna Talha</cp:lastModifiedBy>
  <cp:revision>1</cp:revision>
  <dcterms:created xsi:type="dcterms:W3CDTF">2026-09-22T20:38:54Z</dcterms:created>
  <dcterms:modified xsi:type="dcterms:W3CDTF">2026-09-22T20:38:54Z</dcterms:modified>
</cp:coreProperties>
</file>